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12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00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165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82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700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167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760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5543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263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5426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7687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6260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B4C265-F8CB-4B8D-ACBC-E41CCE5EE255}" type="datetimeFigureOut">
              <a:rPr lang="pl-PL" smtClean="0"/>
              <a:t>28.01.2026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094141-827E-4B02-B64E-6B7CF4FF05BE}" type="slidenum">
              <a:rPr lang="pl-PL" smtClean="0"/>
              <a:t>‹#›</a:t>
            </a:fld>
            <a:endParaRPr lang="pl-P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95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cper79/ddos-tool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BB2477-E7DF-EEA3-584E-5BB53A0423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noProof="0" dirty="0"/>
              <a:t>Projekt semestralny – skaner amplifikacji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0233F94-5AC9-6A8C-9583-BD7C4D2800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noProof="0" dirty="0"/>
              <a:t>Kacper </a:t>
            </a:r>
            <a:r>
              <a:rPr lang="pl-PL" noProof="0" dirty="0" err="1"/>
              <a:t>Smykla</a:t>
            </a:r>
            <a:r>
              <a:rPr lang="pl-PL" noProof="0" dirty="0"/>
              <a:t>, Michał Joński</a:t>
            </a:r>
            <a:endParaRPr lang="en-GB" noProof="0" dirty="0"/>
          </a:p>
          <a:p>
            <a:r>
              <a:rPr lang="pl-PL" dirty="0">
                <a:hlinkClick r:id="rId2"/>
              </a:rPr>
              <a:t>https://github.com/Kacper79/ddos-tools</a:t>
            </a:r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587878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F2F2DC-9831-694A-EDE6-A5E6A939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Cel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3C922BD-0D97-67DF-8CBC-220A3853D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392" y="1879290"/>
            <a:ext cx="10058400" cy="4023360"/>
          </a:xfrm>
        </p:spPr>
        <p:txBody>
          <a:bodyPr/>
          <a:lstStyle/>
          <a:p>
            <a:pPr marL="0" indent="0">
              <a:buNone/>
            </a:pPr>
            <a:r>
              <a:rPr lang="pl-PL" noProof="0" dirty="0"/>
              <a:t>Celem projektu jest stworzenie skanera adresów IP, który sprawdza czy dana ofiara jest podatna na ataki amplifikacyjne</a:t>
            </a:r>
          </a:p>
          <a:p>
            <a:pPr marL="0" indent="0">
              <a:buNone/>
            </a:pPr>
            <a:r>
              <a:rPr lang="pl-PL" noProof="0" dirty="0"/>
              <a:t>Zaimplementowano 3 protokoły w skanerze: DNS (wraz z rekordami EDNS0), NTP (</a:t>
            </a:r>
            <a:r>
              <a:rPr lang="pl-PL" noProof="0" dirty="0" err="1"/>
              <a:t>read-values</a:t>
            </a:r>
            <a:r>
              <a:rPr lang="pl-PL" noProof="0" dirty="0"/>
              <a:t>), SNMP</a:t>
            </a:r>
          </a:p>
          <a:p>
            <a:pPr marL="0" indent="0">
              <a:buNone/>
            </a:pPr>
            <a:r>
              <a:rPr lang="pl-PL" noProof="0" dirty="0"/>
              <a:t>W przypadku otrzymania pakietu z powrotem obliczany jest współczynnik amplifikacji</a:t>
            </a:r>
          </a:p>
          <a:p>
            <a:pPr marL="0" indent="0">
              <a:buNone/>
            </a:pPr>
            <a:r>
              <a:rPr lang="pl-PL" noProof="0" dirty="0"/>
              <a:t>Projekt został zaimplementowany w C++ I nie wymaga żadnych bibliotek</a:t>
            </a:r>
          </a:p>
          <a:p>
            <a:pPr marL="0" indent="0">
              <a:buNone/>
            </a:pPr>
            <a:r>
              <a:rPr lang="pl-PL" noProof="0" dirty="0"/>
              <a:t>Projekt obecnie działa tylko na </a:t>
            </a:r>
            <a:r>
              <a:rPr lang="en-GB" noProof="0" dirty="0" err="1"/>
              <a:t>Linuksie</a:t>
            </a:r>
            <a:r>
              <a:rPr lang="pl-PL" noProof="0" dirty="0"/>
              <a:t>, gdyż API Sockets nie jest identyczne na Windows</a:t>
            </a:r>
          </a:p>
        </p:txBody>
      </p:sp>
    </p:spTree>
    <p:extLst>
      <p:ext uri="{BB962C8B-B14F-4D97-AF65-F5344CB8AC3E}">
        <p14:creationId xmlns:p14="http://schemas.microsoft.com/office/powerpoint/2010/main" val="3948610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412939-F805-4147-2055-D265CC7E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Przypadki użycia programu</a:t>
            </a:r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6B7D082E-1256-F2AE-830E-072900C5C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5202" y="1846263"/>
            <a:ext cx="5372512" cy="481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7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27052F-E738-380F-DEB5-6EB8BEA1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Przykład użycia protokołu DNS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42F1BC8-61C6-3336-FD80-6F61458A5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75" y="2600612"/>
            <a:ext cx="10164805" cy="269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52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14A4D1-6A22-3CDA-B1D4-0938DC23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Przykład użycia</a:t>
            </a:r>
            <a:r>
              <a:rPr lang="en-GB" noProof="0" dirty="0"/>
              <a:t> </a:t>
            </a:r>
            <a:r>
              <a:rPr lang="pl-PL" noProof="0" dirty="0"/>
              <a:t>protokołu</a:t>
            </a:r>
            <a:r>
              <a:rPr lang="en-GB" noProof="0" dirty="0"/>
              <a:t> </a:t>
            </a:r>
            <a:r>
              <a:rPr lang="pl-PL" noProof="0" dirty="0"/>
              <a:t>NTP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3C1213D-2270-5ABB-20CB-4CF80AEDC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77" y="2609645"/>
            <a:ext cx="10653853" cy="237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22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FA0E69-FCD4-1175-0686-9ECBC9B9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Przykład użycia protokołu SNMP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690A778-CF98-71C8-AB8C-51D4E5E8D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404064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GB" noProof="0" dirty="0"/>
              <a:t>SNMP: start</a:t>
            </a:r>
            <a:br>
              <a:rPr lang="en-GB" noProof="0" dirty="0"/>
            </a:br>
            <a:r>
              <a:rPr lang="en-GB" noProof="0" dirty="0"/>
              <a:t>Timeout: No Response from 192.168.100.1.</a:t>
            </a:r>
            <a:br>
              <a:rPr lang="en-GB" noProof="0" dirty="0"/>
            </a:br>
            <a:r>
              <a:rPr lang="en-GB" noProof="0" dirty="0"/>
              <a:t>192.168.100.1: </a:t>
            </a:r>
            <a:br>
              <a:rPr lang="en-GB" noProof="0" dirty="0"/>
            </a:br>
            <a:r>
              <a:rPr lang="en-GB" noProof="0" dirty="0"/>
              <a:t>Timeout: No Response from 192.168.100.20.</a:t>
            </a:r>
            <a:br>
              <a:rPr lang="en-GB" noProof="0" dirty="0"/>
            </a:br>
            <a:r>
              <a:rPr lang="en-GB" noProof="0" dirty="0"/>
              <a:t>192.168.100.20: </a:t>
            </a:r>
            <a:br>
              <a:rPr lang="en-GB" noProof="0" dirty="0"/>
            </a:br>
            <a:r>
              <a:rPr lang="en-GB" noProof="0" dirty="0"/>
              <a:t>Timeout: No Response from 192.168.100.29.</a:t>
            </a:r>
            <a:br>
              <a:rPr lang="en-GB" noProof="0" dirty="0"/>
            </a:br>
            <a:r>
              <a:rPr lang="en-GB" noProof="0" dirty="0"/>
              <a:t>192.168.100.29: </a:t>
            </a:r>
            <a:br>
              <a:rPr lang="en-GB" noProof="0" dirty="0"/>
            </a:br>
            <a:r>
              <a:rPr lang="en-GB" noProof="0" dirty="0"/>
              <a:t>Timeout: No Response from 192.168.100.55.</a:t>
            </a:r>
            <a:br>
              <a:rPr lang="en-GB" noProof="0" dirty="0"/>
            </a:br>
            <a:r>
              <a:rPr lang="en-GB" noProof="0" dirty="0"/>
              <a:t>192.168.100.55: </a:t>
            </a:r>
            <a:br>
              <a:rPr lang="en-GB" noProof="0" dirty="0"/>
            </a:br>
            <a:r>
              <a:rPr lang="en-GB" noProof="0" dirty="0"/>
              <a:t>Timeout: No Response from 192.168.100.145.</a:t>
            </a:r>
            <a:br>
              <a:rPr lang="en-GB" noProof="0" dirty="0"/>
            </a:br>
            <a:r>
              <a:rPr lang="en-GB" noProof="0" dirty="0"/>
              <a:t>192.168.100.145: </a:t>
            </a:r>
            <a:br>
              <a:rPr lang="en-GB" noProof="0" dirty="0"/>
            </a:br>
            <a:r>
              <a:rPr lang="en-GB" noProof="0" dirty="0"/>
              <a:t>Timeout: No Response from 192.168.100.221.</a:t>
            </a:r>
            <a:br>
              <a:rPr lang="en-GB" noProof="0" dirty="0"/>
            </a:br>
            <a:r>
              <a:rPr lang="en-GB" noProof="0" dirty="0"/>
              <a:t>192.168.100.221: </a:t>
            </a:r>
            <a:br>
              <a:rPr lang="en-GB" noProof="0" dirty="0"/>
            </a:br>
            <a:r>
              <a:rPr lang="en-GB" noProof="0" dirty="0"/>
              <a:t>192.168.100.254: SNMPv2-MIB::sysDescr.0 = STRING: CSS106-1G-4P-1S </a:t>
            </a:r>
            <a:r>
              <a:rPr lang="en-GB" noProof="0" dirty="0" err="1"/>
              <a:t>SwOS</a:t>
            </a:r>
            <a:r>
              <a:rPr lang="en-GB" noProof="0" dirty="0"/>
              <a:t> v2.11</a:t>
            </a:r>
            <a:br>
              <a:rPr lang="en-GB" noProof="0" dirty="0"/>
            </a:br>
            <a:r>
              <a:rPr lang="en-GB" noProof="0" dirty="0"/>
              <a:t>Timeout: No Response from 192.168.100.140.</a:t>
            </a:r>
            <a:br>
              <a:rPr lang="en-GB" noProof="0" dirty="0"/>
            </a:br>
            <a:r>
              <a:rPr lang="en-GB" noProof="0" dirty="0"/>
              <a:t>192.168.100.140: SNMP: finish</a:t>
            </a:r>
            <a:br>
              <a:rPr lang="en-GB" noProof="0" dirty="0"/>
            </a:br>
            <a:r>
              <a:rPr lang="en-GB" noProof="0" dirty="0"/>
              <a:t>192.168.100.1</a:t>
            </a:r>
          </a:p>
        </p:txBody>
      </p:sp>
    </p:spTree>
    <p:extLst>
      <p:ext uri="{BB962C8B-B14F-4D97-AF65-F5344CB8AC3E}">
        <p14:creationId xmlns:p14="http://schemas.microsoft.com/office/powerpoint/2010/main" val="245300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2BDEA9-640E-0AD2-5C4D-47280085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998720" cy="1450757"/>
          </a:xfrm>
        </p:spPr>
        <p:txBody>
          <a:bodyPr/>
          <a:lstStyle/>
          <a:p>
            <a:r>
              <a:rPr lang="en-GB" dirty="0" err="1"/>
              <a:t>Diagramy</a:t>
            </a:r>
            <a:r>
              <a:rPr lang="en-GB" dirty="0"/>
              <a:t> #1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1363456-236C-E192-DEED-C93AEFA76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197" y="0"/>
            <a:ext cx="5875006" cy="6327562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AC8CD41C-5588-87AD-FB78-D43FD8CF5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97" y="2450551"/>
            <a:ext cx="6076804" cy="281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7BD197-1F95-204B-3EF6-B56FDE8D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Diagramy</a:t>
            </a:r>
            <a:r>
              <a:rPr lang="en-GB" dirty="0"/>
              <a:t> #2 - </a:t>
            </a:r>
            <a:r>
              <a:rPr lang="en-GB" dirty="0" err="1"/>
              <a:t>Sekwencji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FDB21D06-5544-EA21-8885-A3611DA1D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62" y="1804316"/>
            <a:ext cx="3816776" cy="4994189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FBD1269-C808-2537-8E5D-CBBA06BC6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835" y="1804316"/>
            <a:ext cx="3945553" cy="4994189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0935C5A8-09DC-1FB8-11BC-93CD461786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100" y="1804818"/>
            <a:ext cx="3444843" cy="499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56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298844-0056-E5A2-52C6-8C98EA4B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Kod</a:t>
            </a:r>
            <a:r>
              <a:rPr lang="en-GB" dirty="0"/>
              <a:t>: </a:t>
            </a:r>
            <a:r>
              <a:rPr lang="en-GB" dirty="0" err="1"/>
              <a:t>Struktury</a:t>
            </a:r>
            <a:r>
              <a:rPr lang="en-GB" dirty="0"/>
              <a:t> </a:t>
            </a:r>
            <a:r>
              <a:rPr lang="en-GB" dirty="0" err="1"/>
              <a:t>danych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pakiety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1E2D7A83-8497-5061-C76F-77BBE79BC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296" y="1737360"/>
            <a:ext cx="4648849" cy="302937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0F344A04-EF7C-6EC5-4F06-F0B6730F9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336" y="1737360"/>
            <a:ext cx="3040670" cy="4811086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365E8930-D452-1B2A-5D1A-9D2CF9BA25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55" y="4880113"/>
            <a:ext cx="4172532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64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E6E58F-169D-ABAF-FCA9-ACA46E74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Kod</a:t>
            </a:r>
            <a:r>
              <a:rPr lang="en-GB" dirty="0"/>
              <a:t>: </a:t>
            </a:r>
            <a:r>
              <a:rPr lang="en-GB" dirty="0" err="1"/>
              <a:t>Tworzenie</a:t>
            </a:r>
            <a:r>
              <a:rPr lang="en-GB" dirty="0"/>
              <a:t> </a:t>
            </a:r>
            <a:r>
              <a:rPr lang="en-GB" dirty="0" err="1"/>
              <a:t>pakietów</a:t>
            </a:r>
            <a:r>
              <a:rPr lang="en-GB" dirty="0"/>
              <a:t> </a:t>
            </a:r>
            <a:r>
              <a:rPr lang="en-GB" dirty="0" err="1"/>
              <a:t>zapytań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0CDAF10-570B-6BDF-3BB3-86B517735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97" y="2002480"/>
            <a:ext cx="5125165" cy="3743847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D11CA607-B954-08DE-E911-20A67AC9F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867" y="2040135"/>
            <a:ext cx="3779072" cy="453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19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35BA6-1D45-DA3D-2998-1B0DA48F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01115"/>
            <a:ext cx="10058400" cy="781904"/>
          </a:xfrm>
        </p:spPr>
        <p:txBody>
          <a:bodyPr/>
          <a:lstStyle/>
          <a:p>
            <a:r>
              <a:rPr lang="en-GB" dirty="0" err="1"/>
              <a:t>Kod</a:t>
            </a:r>
            <a:r>
              <a:rPr lang="en-GB" dirty="0"/>
              <a:t>: Metody </a:t>
            </a:r>
            <a:r>
              <a:rPr lang="en-GB" dirty="0" err="1"/>
              <a:t>serializujące</a:t>
            </a:r>
            <a:r>
              <a:rPr lang="en-GB" dirty="0"/>
              <a:t> </a:t>
            </a:r>
            <a:r>
              <a:rPr lang="en-GB" dirty="0" err="1"/>
              <a:t>pakiet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bajty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8B80623-5DDD-9C66-5445-5F2B66694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592" y="1786751"/>
            <a:ext cx="3562762" cy="402272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90A3AB58-851B-6AA4-F39F-C759A98AB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05" y="1375794"/>
            <a:ext cx="3776534" cy="5352354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C095A8B9-D8B3-0B37-077C-9BF891CC9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026" y="1897610"/>
            <a:ext cx="3610479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529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FF1CAF-51A1-E173-48D8-6ED8F851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001" y="122267"/>
            <a:ext cx="10058400" cy="809888"/>
          </a:xfrm>
        </p:spPr>
        <p:txBody>
          <a:bodyPr/>
          <a:lstStyle/>
          <a:p>
            <a:r>
              <a:rPr lang="en-GB" dirty="0" err="1"/>
              <a:t>Kod</a:t>
            </a:r>
            <a:r>
              <a:rPr lang="en-GB" dirty="0"/>
              <a:t>: Metody </a:t>
            </a:r>
            <a:r>
              <a:rPr lang="en-GB" dirty="0" err="1"/>
              <a:t>deserializujące</a:t>
            </a:r>
            <a:r>
              <a:rPr lang="en-GB" dirty="0"/>
              <a:t> </a:t>
            </a:r>
            <a:r>
              <a:rPr lang="en-GB" dirty="0" err="1"/>
              <a:t>pakiety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456B916-CE3B-6418-09C1-9DE9AD296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15" y="932155"/>
            <a:ext cx="3521386" cy="580357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C332891-9881-2025-FEEF-7EDAEDF36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231" y="932155"/>
            <a:ext cx="3905138" cy="3228784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259D27BC-A441-4F87-FBC3-98128C314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151" y="1229205"/>
            <a:ext cx="4648849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34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cja">
  <a:themeElements>
    <a:clrScheme name="Retrospekcj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cj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cj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238</Words>
  <Application>Microsoft Office PowerPoint</Application>
  <PresentationFormat>Panoramiczny</PresentationFormat>
  <Paragraphs>20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Retrospekcja</vt:lpstr>
      <vt:lpstr>Projekt semestralny – skaner amplifikacji</vt:lpstr>
      <vt:lpstr>Cel projektu</vt:lpstr>
      <vt:lpstr>Przypadki użycia programu</vt:lpstr>
      <vt:lpstr>Przykład użycia protokołu DNS</vt:lpstr>
      <vt:lpstr>Przykład użycia protokołu NTP</vt:lpstr>
      <vt:lpstr>Przykład użycia protokołu SNMP</vt:lpstr>
      <vt:lpstr>Diagramy #1</vt:lpstr>
      <vt:lpstr>Diagramy #2 - Sekwencji</vt:lpstr>
      <vt:lpstr>Kod: Struktury danych na pakiety</vt:lpstr>
      <vt:lpstr>Kod: Tworzenie pakietów zapytań</vt:lpstr>
      <vt:lpstr>Kod: Metody serializujące pakiet na bajty</vt:lpstr>
      <vt:lpstr>Kod: Metody deserializujące pakiety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Kacper79</dc:creator>
  <cp:lastModifiedBy>Kacper79</cp:lastModifiedBy>
  <cp:revision>9</cp:revision>
  <dcterms:created xsi:type="dcterms:W3CDTF">2026-01-14T09:43:13Z</dcterms:created>
  <dcterms:modified xsi:type="dcterms:W3CDTF">2026-01-28T09:53:14Z</dcterms:modified>
</cp:coreProperties>
</file>